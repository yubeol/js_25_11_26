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74" d="100"/>
          <a:sy n="74" d="100"/>
        </p:scale>
        <p:origin x="72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0A0C23-D929-47D9-8475-94095B5B6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CED2B97-5747-4276-BF95-0A668E4F7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88ACC9-DE7E-4A55-845B-8E32A1A68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6D4ECD-E56C-45F1-B95B-D9ECE90FC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E0F4DB-445D-4B9E-8FBB-CD6DF34BB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5004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1AD11-0CE4-4C05-B9C5-DE9ADD789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639802-C688-4068-B5E3-DCB39A133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D4B2D03-5340-46C2-AE04-AD1B1A9BD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ACF477-915E-4E52-89DE-2ACE024970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D9766D-6D2D-4312-80EA-F7100DEC4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0313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D41475-88F7-495C-AC9C-DB68DE8BE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8D68E8-C3AF-46B4-AA06-BB0A7FD17B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4CE5ED-FF53-40E2-9115-60B31811A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ED9BD-CC5B-46BB-A6CE-7B8DFF038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AF3B417-8400-411C-B8D7-A6B012392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18950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4B31CB-BC3A-41F4-813D-A1AC9BD01C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BA72648-7052-4617-BB93-2B8934319B9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9DEE1BC-9076-4B7E-A58A-0A1E153C22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7494F4-B500-4C5F-A7AA-FDAFC8893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A65A173-C4FB-46A2-99A8-E8CBD1C48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19C2FF9-B363-4FB4-8032-178300CF4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36502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2D3101-9E12-4E3F-8DBB-A204E68D2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9A588F7-79FB-49CA-A6D5-8190C2C51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AA25047-2946-4D1E-B3F3-53FC0EBB97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A0DC805-EF79-4AF2-862C-FCD2FAE27A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3CB308C-EDCF-49E6-AC69-D11463B953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AFD0FD3-AB54-48AF-9E5C-574AD2C36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9486FAB-8A3F-4C81-AD4C-C09BC257D3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955FCAB-02DE-4084-863B-E608E39494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75897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ABEA5-8238-43AF-959A-57DDA5E8B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DFC942E-C28E-4106-A0BB-B845BAC85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D22D385-5977-4449-8D38-79DA4A64E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B9A084E-AC89-4CEF-B5D3-493EFFFDA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3283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9B1DFB0-38A2-4B83-8448-47B6D5FEF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B20A1163-FE68-43C5-8D06-A5B93ECD22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860F2-29AE-44E3-8B3D-A749E50DA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964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9178EBD-946D-49B7-88FB-9A8D63E0B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362542A-8494-41E2-A603-DF557E49A7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C52F19-8454-42B5-839D-7C9EBA20F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A6B95BB-C26C-4908-A98B-616A987A9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81ADE0-ECF5-44E4-9BE2-799EAA44C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9E67A87-5756-4D61-81E3-7A589FC22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12303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C0EAF1-198E-4FAC-B8E2-78DE9720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C3DDFA7-6B7B-463D-8E4F-6A466EA8C4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D8F7A48-4B60-406E-842D-12BDB0809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CF9F287-45D6-4C2E-8497-A6D1C844C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DA910B-3D9D-4D53-9159-7CE9D08315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5975642-DE23-4A63-872E-7924DCA12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092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F042C7-E775-4E42-A969-8EE721EDA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1B6B34C-8D9F-4BB4-8DF3-880E34816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4C1751-7E0E-422B-8F4C-633888BFA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46E4D-20D6-41F6-AB38-05903280E8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6051B0-2B8B-44DE-8DC0-44009DAB1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1173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EA2C939-49CF-4095-B1CC-691C236F4F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9E8D7A-3F6D-478C-BEC2-41B9C3844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CEA9BA-A364-4802-AD71-CB7659402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468E44A-CA9F-4B42-8896-59FFC47521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8F86DAD-D586-4671-9852-6F1CE8A86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84849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3026B3E-5BE0-479A-B4D0-2F687FB97F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D22767-0132-4325-B81B-FA6E97FCA1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36D4DB3-2ED9-4E8E-AFAA-52ECD3D5A8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F76CD6-D6B6-49CE-88DA-AE48D786CFC7}" type="datetimeFigureOut">
              <a:rPr lang="ko-KR" altLang="en-US" smtClean="0"/>
              <a:t>2025-11-26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BD32212-547F-4F48-9D4F-065863CC8D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45460A-FB9B-45C7-842B-90A9D37F13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B37AAF-5777-4868-B0D1-24E165B24E0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2349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부제목 2">
            <a:extLst>
              <a:ext uri="{FF2B5EF4-FFF2-40B4-BE49-F238E27FC236}">
                <a16:creationId xmlns:a16="http://schemas.microsoft.com/office/drawing/2014/main" id="{B90B4343-B9BD-4ACB-91F0-2E051EDABF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2025018001</a:t>
            </a:r>
          </a:p>
          <a:p>
            <a:r>
              <a:rPr lang="ko-KR" altLang="en-US" dirty="0"/>
              <a:t>컴퓨터공학과</a:t>
            </a:r>
            <a:endParaRPr lang="en-US" altLang="ko-KR" dirty="0"/>
          </a:p>
          <a:p>
            <a:r>
              <a:rPr lang="ko-KR" altLang="en-US" dirty="0" err="1"/>
              <a:t>류민규</a:t>
            </a:r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BCC5B334-E6C3-4697-831A-B460C88255B9}"/>
              </a:ext>
            </a:extLst>
          </p:cNvPr>
          <p:cNvSpPr>
            <a:spLocks noGrp="1"/>
          </p:cNvSpPr>
          <p:nvPr/>
        </p:nvSpPr>
        <p:spPr>
          <a:xfrm>
            <a:off x="1524000" y="1041400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dirty="0"/>
              <a:t>13</a:t>
            </a:r>
            <a:r>
              <a:rPr lang="ko-KR" altLang="en-US" dirty="0"/>
              <a:t>주차 과제</a:t>
            </a:r>
          </a:p>
        </p:txBody>
      </p:sp>
    </p:spTree>
    <p:extLst>
      <p:ext uri="{BB962C8B-B14F-4D97-AF65-F5344CB8AC3E}">
        <p14:creationId xmlns:p14="http://schemas.microsoft.com/office/powerpoint/2010/main" val="615233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CDA36E1-56D1-4541-B8C0-A71E2AB8A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34" y="0"/>
            <a:ext cx="10515600" cy="1325563"/>
          </a:xfrm>
        </p:spPr>
        <p:txBody>
          <a:bodyPr/>
          <a:lstStyle/>
          <a:p>
            <a:r>
              <a:rPr lang="en-US" altLang="ko-KR" dirty="0"/>
              <a:t>Code)</a:t>
            </a:r>
            <a:r>
              <a:rPr lang="ko-KR" altLang="en-US" dirty="0"/>
              <a:t> </a:t>
            </a:r>
            <a:r>
              <a:rPr lang="en-US" altLang="ko-KR" dirty="0"/>
              <a:t>11-1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28ED36-804D-415F-BE3D-CDEB22DD17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259" y="1124542"/>
            <a:ext cx="10515600" cy="4351338"/>
          </a:xfrm>
        </p:spPr>
        <p:txBody>
          <a:bodyPr numCol="3">
            <a:normAutofit fontScale="25000" lnSpcReduction="20000"/>
          </a:bodyPr>
          <a:lstStyle/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=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'express'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'express'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=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require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();</a:t>
            </a:r>
          </a:p>
          <a:p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listen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52273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console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log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'Server Running at http://127.0.0.1:52273'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 err="1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미들웨워를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 추가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express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urlencoded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extended: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false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}))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변수를 선언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userCounter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[];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'/user'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get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'/user/:id'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선언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데이터 찾기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filtered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filter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응답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filtered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length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filtered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데이터가 </a:t>
            </a:r>
            <a:r>
              <a:rPr lang="ko-KR" altLang="en-US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존제하지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않습니다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post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'/user'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선언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예외 처리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'name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을 보내주세요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(!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400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'region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을 보내주세요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추출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데이터를 저장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id: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userCounter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++,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name: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region: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region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push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응답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data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put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'/user/:id'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데이터를 찾습니다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.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데이터가 존재한다면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body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region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응답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    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데이터가 존재하지 않는다면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응답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데이터가 존재하지 않습니다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b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delete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'/user/:id'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변수 선언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params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endParaRPr lang="en-US" altLang="ko-KR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70C1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findIndex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en-US" altLang="ko-KR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 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</a:t>
            </a:r>
            <a:r>
              <a:rPr lang="ko-KR" altLang="en-US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데이터를 제거</a:t>
            </a:r>
            <a:endParaRPr lang="ko-KR" altLang="en-US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ko-KR" altLang="en-US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!= -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users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splice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index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제거했습니다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 </a:t>
            </a:r>
            <a:r>
              <a:rPr lang="en-US" altLang="ko-KR" b="0" dirty="0">
                <a:solidFill>
                  <a:srgbClr val="AF00DB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ko-KR" b="0" dirty="0" err="1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en-US" altLang="ko-KR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</a:t>
            </a:r>
            <a:r>
              <a:rPr lang="en-US" altLang="ko-KR" b="0" dirty="0" err="1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status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404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en-US" altLang="ko-KR" b="0" dirty="0">
                <a:solidFill>
                  <a:srgbClr val="795E26"/>
                </a:solidFill>
                <a:effectLst/>
                <a:latin typeface="Consolas" panose="020B0609020204030204" pitchFamily="49" charset="0"/>
              </a:rPr>
              <a:t>send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ko-KR" altLang="en-US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데이터기 존재하지 않습니다</a:t>
            </a:r>
            <a:r>
              <a:rPr lang="en-US" altLang="ko-KR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.'</a:t>
            </a:r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US" altLang="ko-KR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});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04613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4022DDB2-F73E-4C40-BE06-EF02013C9EC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9339" y="2657367"/>
            <a:ext cx="3553321" cy="154326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D71301D-8229-4987-85C9-B22123A31AD7}"/>
              </a:ext>
            </a:extLst>
          </p:cNvPr>
          <p:cNvSpPr txBox="1"/>
          <p:nvPr/>
        </p:nvSpPr>
        <p:spPr>
          <a:xfrm>
            <a:off x="631064" y="283335"/>
            <a:ext cx="49454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Code)</a:t>
            </a:r>
            <a:r>
              <a:rPr lang="ko-KR" altLang="en-US" sz="4000" dirty="0"/>
              <a:t> 실행결과 </a:t>
            </a:r>
            <a:r>
              <a:rPr lang="en-US" altLang="ko-KR" sz="4000" dirty="0"/>
              <a:t>11-1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1509344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EF0537B3-46B9-41FE-8A9B-D2C3B5DD56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971" y="2752630"/>
            <a:ext cx="3458058" cy="135273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FCB04C-E688-4AB8-91A3-A35143160A65}"/>
              </a:ext>
            </a:extLst>
          </p:cNvPr>
          <p:cNvSpPr txBox="1"/>
          <p:nvPr/>
        </p:nvSpPr>
        <p:spPr>
          <a:xfrm>
            <a:off x="631064" y="283335"/>
            <a:ext cx="645231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Code)</a:t>
            </a:r>
            <a:r>
              <a:rPr lang="ko-KR" altLang="en-US" sz="4000" dirty="0"/>
              <a:t> 실행결과 </a:t>
            </a:r>
            <a:r>
              <a:rPr lang="en-US" altLang="ko-KR" sz="4000" dirty="0"/>
              <a:t>11-2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311884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E3D3F03-F752-409D-A3B9-1B86A595F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9154" y="2733578"/>
            <a:ext cx="4953691" cy="13908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4E1E662-0173-463E-B74D-B9416459D67E}"/>
              </a:ext>
            </a:extLst>
          </p:cNvPr>
          <p:cNvSpPr txBox="1"/>
          <p:nvPr/>
        </p:nvSpPr>
        <p:spPr>
          <a:xfrm>
            <a:off x="631064" y="283335"/>
            <a:ext cx="59242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Code)</a:t>
            </a:r>
            <a:r>
              <a:rPr lang="ko-KR" altLang="en-US" sz="4000" dirty="0"/>
              <a:t> 실행결과 </a:t>
            </a:r>
            <a:r>
              <a:rPr lang="en-US" altLang="ko-KR" sz="4000" dirty="0"/>
              <a:t>11-3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8873829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402CCEC-37C0-4508-A7AD-0AA340C2D7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7574" y="2585920"/>
            <a:ext cx="6096851" cy="16861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62EC93A-807C-425A-8222-89D66301AEAF}"/>
              </a:ext>
            </a:extLst>
          </p:cNvPr>
          <p:cNvSpPr txBox="1"/>
          <p:nvPr/>
        </p:nvSpPr>
        <p:spPr>
          <a:xfrm>
            <a:off x="631064" y="283335"/>
            <a:ext cx="60968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Code)</a:t>
            </a:r>
            <a:r>
              <a:rPr lang="ko-KR" altLang="en-US" sz="4000" dirty="0"/>
              <a:t> 실행결과 </a:t>
            </a:r>
            <a:r>
              <a:rPr lang="en-US" altLang="ko-KR" sz="4000" dirty="0"/>
              <a:t>11-4</a:t>
            </a:r>
            <a:endParaRPr lang="ko-KR" altLang="en-US" sz="4000" dirty="0"/>
          </a:p>
        </p:txBody>
      </p:sp>
    </p:spTree>
    <p:extLst>
      <p:ext uri="{BB962C8B-B14F-4D97-AF65-F5344CB8AC3E}">
        <p14:creationId xmlns:p14="http://schemas.microsoft.com/office/powerpoint/2010/main" val="2589583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DB6F2D15-2355-457C-848E-5DFAF5F341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55726"/>
            <a:ext cx="12164934" cy="423714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036B120-A235-49AF-9D7E-871FF3A75C56}"/>
              </a:ext>
            </a:extLst>
          </p:cNvPr>
          <p:cNvSpPr txBox="1"/>
          <p:nvPr/>
        </p:nvSpPr>
        <p:spPr>
          <a:xfrm>
            <a:off x="991673" y="1210614"/>
            <a:ext cx="5615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GET</a:t>
            </a:r>
            <a:endParaRPr lang="ko-KR" altLang="en-US" sz="3200" dirty="0"/>
          </a:p>
        </p:txBody>
      </p:sp>
      <p:sp>
        <p:nvSpPr>
          <p:cNvPr id="11" name="제목 1">
            <a:extLst>
              <a:ext uri="{FF2B5EF4-FFF2-40B4-BE49-F238E27FC236}">
                <a16:creationId xmlns:a16="http://schemas.microsoft.com/office/drawing/2014/main" id="{4E371A7E-A5A7-4161-A3D3-F233B45A0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35344" cy="832610"/>
          </a:xfrm>
        </p:spPr>
        <p:txBody>
          <a:bodyPr>
            <a:normAutofit fontScale="90000"/>
          </a:bodyPr>
          <a:lstStyle/>
          <a:p>
            <a:r>
              <a:rPr lang="en-US" altLang="ko-KR" sz="4400" dirty="0"/>
              <a:t>Code)</a:t>
            </a:r>
            <a:r>
              <a:rPr lang="ko-KR" altLang="en-US" sz="4400" dirty="0"/>
              <a:t>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thunder client</a:t>
            </a:r>
            <a:br>
              <a:rPr lang="ko-KR" altLang="en-US" sz="4400" dirty="0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35327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FBDBADDF-80D4-49CF-99FF-2330494DA6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93263"/>
            <a:ext cx="12192000" cy="3648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D1C4B0-C12D-4E52-9D25-0E5112C79C60}"/>
              </a:ext>
            </a:extLst>
          </p:cNvPr>
          <p:cNvSpPr txBox="1"/>
          <p:nvPr/>
        </p:nvSpPr>
        <p:spPr>
          <a:xfrm>
            <a:off x="991673" y="1210614"/>
            <a:ext cx="5615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POST</a:t>
            </a:r>
            <a:endParaRPr lang="ko-KR" altLang="en-US" sz="3200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0B0BFFF-DF6F-40F3-8790-315107D433B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8035344" cy="832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Code)</a:t>
            </a:r>
            <a:r>
              <a:rPr lang="ko-KR" altLang="en-US"/>
              <a:t> </a:t>
            </a:r>
            <a:r>
              <a:rPr lang="en-US" altLang="ko-KR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thunder client</a:t>
            </a:r>
            <a:br>
              <a:rPr lang="ko-KR" altLang="en-US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2662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27278CC4-FAA3-4403-B0BA-049384DBB3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37190"/>
            <a:ext cx="12192000" cy="393514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C6BF6EC-0311-4F2C-9B67-B059EC1D1DAC}"/>
              </a:ext>
            </a:extLst>
          </p:cNvPr>
          <p:cNvSpPr txBox="1"/>
          <p:nvPr/>
        </p:nvSpPr>
        <p:spPr>
          <a:xfrm>
            <a:off x="991673" y="1210614"/>
            <a:ext cx="5615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PUT</a:t>
            </a:r>
          </a:p>
        </p:txBody>
      </p:sp>
      <p:sp>
        <p:nvSpPr>
          <p:cNvPr id="10" name="제목 1">
            <a:extLst>
              <a:ext uri="{FF2B5EF4-FFF2-40B4-BE49-F238E27FC236}">
                <a16:creationId xmlns:a16="http://schemas.microsoft.com/office/drawing/2014/main" id="{8CBA0E67-69D4-407F-8FE4-D4AF7C4E62A8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8035344" cy="832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Code)</a:t>
            </a:r>
            <a:r>
              <a:rPr lang="ko-KR" altLang="en-US"/>
              <a:t> </a:t>
            </a:r>
            <a:r>
              <a:rPr lang="en-US" altLang="ko-KR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thunder client</a:t>
            </a:r>
            <a:br>
              <a:rPr lang="ko-KR" altLang="en-US"/>
            </a:b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65815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1">
            <a:extLst>
              <a:ext uri="{FF2B5EF4-FFF2-40B4-BE49-F238E27FC236}">
                <a16:creationId xmlns:a16="http://schemas.microsoft.com/office/drawing/2014/main" id="{F5057C86-FDA0-4C32-A37E-32007E1E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8035344" cy="832610"/>
          </a:xfrm>
        </p:spPr>
        <p:txBody>
          <a:bodyPr>
            <a:normAutofit fontScale="90000"/>
          </a:bodyPr>
          <a:lstStyle/>
          <a:p>
            <a:r>
              <a:rPr lang="en-US" altLang="ko-KR" sz="4400" dirty="0"/>
              <a:t>Code)</a:t>
            </a:r>
            <a:r>
              <a:rPr lang="ko-KR" altLang="en-US" sz="4400" dirty="0"/>
              <a:t>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Noto Sans KR" panose="020B0200000000000000" pitchFamily="50" charset="-127"/>
                <a:ea typeface="Noto Sans KR" panose="020B0200000000000000" pitchFamily="50" charset="-127"/>
              </a:rPr>
              <a:t>thunder client</a:t>
            </a:r>
            <a:br>
              <a:rPr lang="ko-KR" altLang="en-US" sz="4400" dirty="0"/>
            </a:b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966CBA5-7FBD-4D83-B6DD-6BEBA00B3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621977"/>
            <a:ext cx="12192000" cy="377769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818161F-6D1D-49D8-956C-0149ABC4C5E5}"/>
              </a:ext>
            </a:extLst>
          </p:cNvPr>
          <p:cNvSpPr txBox="1"/>
          <p:nvPr/>
        </p:nvSpPr>
        <p:spPr>
          <a:xfrm>
            <a:off x="991673" y="1210614"/>
            <a:ext cx="5615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DELETE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8432430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85DCF16-350E-4DC7-99C6-C4B95E9216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7534" y="2028666"/>
            <a:ext cx="4925112" cy="4191585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386DA3E3-E5E7-4E52-88C3-5B07B161870F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8035344" cy="8326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5000" lnSpcReduction="20000"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/>
              <a:t>Code)</a:t>
            </a:r>
            <a:r>
              <a:rPr lang="ko-KR" altLang="en-US"/>
              <a:t> </a:t>
            </a:r>
            <a:r>
              <a:rPr lang="en-US" altLang="ko-KR">
                <a:solidFill>
                  <a:srgbClr val="000000"/>
                </a:solidFill>
                <a:latin typeface="Noto Sans KR" panose="020B0200000000000000" pitchFamily="50" charset="-127"/>
                <a:ea typeface="Noto Sans KR" panose="020B0200000000000000" pitchFamily="50" charset="-127"/>
              </a:rPr>
              <a:t>thunder client</a:t>
            </a:r>
            <a:br>
              <a:rPr lang="ko-KR" altLang="en-US"/>
            </a:br>
            <a:endParaRPr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80EDCF-744F-49B8-B46A-093D06DEC3B9}"/>
              </a:ext>
            </a:extLst>
          </p:cNvPr>
          <p:cNvSpPr txBox="1"/>
          <p:nvPr/>
        </p:nvSpPr>
        <p:spPr>
          <a:xfrm>
            <a:off x="991673" y="1210614"/>
            <a:ext cx="561518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GET</a:t>
            </a:r>
            <a:r>
              <a:rPr lang="ko-KR" altLang="en-US" sz="3200" dirty="0"/>
              <a:t> 결과</a:t>
            </a:r>
          </a:p>
        </p:txBody>
      </p:sp>
    </p:spTree>
    <p:extLst>
      <p:ext uri="{BB962C8B-B14F-4D97-AF65-F5344CB8AC3E}">
        <p14:creationId xmlns:p14="http://schemas.microsoft.com/office/powerpoint/2010/main" val="20687860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877</Words>
  <Application>Microsoft Office PowerPoint</Application>
  <PresentationFormat>와이드스크린</PresentationFormat>
  <Paragraphs>99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6" baseType="lpstr">
      <vt:lpstr>Noto Sans KR</vt:lpstr>
      <vt:lpstr>맑은 고딕</vt:lpstr>
      <vt:lpstr>Arial</vt:lpstr>
      <vt:lpstr>Consolas</vt:lpstr>
      <vt:lpstr>Office 테마</vt:lpstr>
      <vt:lpstr>PowerPoint 프레젠테이션</vt:lpstr>
      <vt:lpstr>Code) 11-1</vt:lpstr>
      <vt:lpstr>PowerPoint 프레젠테이션</vt:lpstr>
      <vt:lpstr>PowerPoint 프레젠테이션</vt:lpstr>
      <vt:lpstr>PowerPoint 프레젠테이션</vt:lpstr>
      <vt:lpstr>PowerPoint 프레젠테이션</vt:lpstr>
      <vt:lpstr>Code) thunder client </vt:lpstr>
      <vt:lpstr>PowerPoint 프레젠테이션</vt:lpstr>
      <vt:lpstr>PowerPoint 프레젠테이션</vt:lpstr>
      <vt:lpstr>Code) thunder client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연02</dc:creator>
  <cp:lastModifiedBy>연02</cp:lastModifiedBy>
  <cp:revision>5</cp:revision>
  <dcterms:created xsi:type="dcterms:W3CDTF">2025-11-26T05:41:23Z</dcterms:created>
  <dcterms:modified xsi:type="dcterms:W3CDTF">2025-11-26T06:52:41Z</dcterms:modified>
</cp:coreProperties>
</file>